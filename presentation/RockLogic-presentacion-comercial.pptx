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914400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350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F172A"/>
                </a:solidFill>
                <a:latin typeface="Segoe UI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RockLogic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Digitalización y trazabilidad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F59E0B"/>
                </a:solidFill>
                <a:latin typeface="Segoe UI"/>
              </a:rPr>
              <a:t>para operaciones mineras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BD5E1"/>
                </a:solidFill>
                <a:latin typeface="Segoe UI"/>
              </a:rPr>
              <a:t>De la planilla al reporte ejecutivo en minutos: una plataforma moderna — web y de escritorio — que centraliza, procesa y hace visibles los datos de producción minera.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94960"/>
            <a:ext cx="6035040" cy="1371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Propuesta comercial   ·   Preparada para: Minera Andina / Minera del Sur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Octubre 2026   ·   Documento confidencial   ·  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RockLogic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Qué vamos a 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2704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El desafío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82880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Dónde estamos parados y qué fricciones existen hoy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5915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2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3317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La 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3347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RockLogic y sus tres frentes: web, escritorio y servidor central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6382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55264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13639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Beneficios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43814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Qué cambia en el día a día y en el cierre de reportes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6849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41064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Demostración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428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Recorrido real por el producto con datos de producción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7316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864608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74573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Seguridad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0474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Roles, aislamiento por empresa y trazabilidad completa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57784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55040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Plan de trabajo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8521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Implementación, acompañamiento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EL DESAFÍO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Hoy, los datos de producción valen menos de lo que podrían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F172A"/>
                </a:solidFill>
                <a:latin typeface="Segoe UI"/>
              </a:rPr>
              <a:t>Las operaciones mineras generan información constante — pero buena parte se procesa </a:t>
            </a:r>
            <a:r>
              <a:rPr sz="1600" b="1" i="0">
                <a:solidFill>
                  <a:srgbClr val="1E293B"/>
                </a:solidFill>
                <a:latin typeface="Segoe UI"/>
              </a:rPr>
              <a:t>a mano y en planillas aisladas.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Datos dispersos: cada turno o zona registra en su propio archivo, sin una fuente única.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Reportes tardíos y manuales: consolidar la producción lleva horas, y con riesgo de error.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Sin trazabilidad: no se puede rastrear de dónde salió un número ni quién lo cargó.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Cero visión multicapa: zona, estado y equipo no se cruzan en un mismo tablero.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Información que no llega a tiempo a quienes toman decisiones.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105156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047488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45309"/>
                </a:solidFill>
                <a:latin typeface="Segoe UI"/>
              </a:rPr>
              <a:t>¿Cuánto cuesta eso?  </a:t>
            </a:r>
            <a:r>
              <a:rPr sz="1400" b="1" i="0">
                <a:solidFill>
                  <a:srgbClr val="0F172A"/>
                </a:solidFill>
                <a:latin typeface="Segoe UI"/>
              </a:rPr>
              <a:t>Más tiempo operativo, decisiones sobre datos viejos y auditorías que no pueden reconstruirse.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RockLogic: una plataforma, dos frentes, un solo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34290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201168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Aplicación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Acceso desde el navegador: tablero de KPIs, carga de archivos, historial y administración. Sin instalación.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4290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09160" y="201168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603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Aplicación de Escritorio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1546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Cliente nativo de Windows para trabajo intensivo: mismas capacidades, flujo optimizado y conexión directa al 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4290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201168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Servidor central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API REST Spring Boot: autenticación, procesamiento de archivos, reportes y administración de usuarios y equipos.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5780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458968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Un único backend:  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web y escritorio consumen la misma API. Misma información, misma seguridad, sin duplicación de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EL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Qué cambia al poner a trabajar a RockLogic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55448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Dimensión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Hoy (sin sistema)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 RockLogic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Consolidación de producciones y equipos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Planillas locales, unión manual, horas de trabajo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47857"/>
                          </a:solidFill>
                          <a:latin typeface="Segoe UI"/>
                        </a:rPr>
                        <a:t>Carga única y procesamiento automático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Reportes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Cierre de turno/periodo contra reloj, con riesgo de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47857"/>
                          </a:solidFill>
                          <a:latin typeface="Segoe UI"/>
                        </a:rPr>
                        <a:t>Reporte en minutos, con el detalle por zona y estado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Errores de carga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Detectados después, cuando el dato ya viajó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47857"/>
                          </a:solidFill>
                          <a:latin typeface="Segoe UI"/>
                        </a:rPr>
                        <a:t>Validación al instante, antes de procesar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Trazabilidad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Inexistente: no se puede reconstruir una corrida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47857"/>
                          </a:solidFill>
                          <a:latin typeface="Segoe UI"/>
                        </a:rPr>
                        <a:t>Historial completo con estado y log de cada ejecución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Visión de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Números sueltos, sin cruces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47857"/>
                          </a:solidFill>
                          <a:latin typeface="Segoe UI"/>
                        </a:rPr>
                        <a:t>KPIs, gráficos por zona y estado, tablero único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BENEFICIOS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Resultados que se ven en el cierre del turno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54203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-70%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Tiempo de consolidación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2084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de horas a minutos por reporte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645920"/>
            <a:ext cx="254203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9896" y="1874520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6974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063240"/>
            <a:ext cx="2084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cada corrida con estado y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645920"/>
            <a:ext cx="254203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1874520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1 fuente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6974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Única de verdad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063240"/>
            <a:ext cx="2084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web y escritorio sobre la misma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645920"/>
            <a:ext cx="254203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16568" y="1874520"/>
            <a:ext cx="20848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0 reprocesos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697480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Datos validados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063240"/>
            <a:ext cx="2084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errores detectados antes de procesar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68512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7112" y="1874520"/>
            <a:ext cx="22677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WEB + DESK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269748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Dos frentes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3063240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un solo sistema central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160520"/>
            <a:ext cx="10561320" cy="2011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Valor plano y simple para la mesa: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80060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Menos horas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administrativas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por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turno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y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más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tiempo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en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la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operación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Reportes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limpios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y auditable</a:t>
            </a:r>
            <a:r>
              <a:rPr lang="es-AR"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s,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listos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para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dirección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y para la casa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matriz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Adopción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rápida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: la carga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sigue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siendo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por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archivo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,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como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ya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Segoe UI"/>
              </a:rPr>
              <a:t>trabajan</a:t>
            </a:r>
            <a:r>
              <a:rPr sz="1300" b="1" i="0" dirty="0">
                <a:solidFill>
                  <a:srgbClr val="0F172A"/>
                </a:solidFill>
                <a:latin typeface="Segoe UI"/>
              </a:rPr>
              <a:t> hoy.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DEMOSTRACIÓN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Acceso seguro y credenciales por 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406640" cy="466344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0" y="1920240"/>
            <a:ext cx="31089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Login único con email y contraseña.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Sesión protegida por token (JWT) en toda la API.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Roles distintos: Administrador gestiona; Operador carga y consulta.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Accesos de demostración listos en pantalla para probar.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DEMOSTRACIÓN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Tablero ejecutivo: KPIs y gráficos al instante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772400" cy="466344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19202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Cinco KPIs de producción en una sola vista.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Producción por zona (barras) y por estado (donut).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Últimas corridas con su resultado.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Todo actualizado sobre los datos reales cargados.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DEMOSTRACIÓN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Carga y procesamiento: validado al instante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772400" cy="466344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3-car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19202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Asistente de 3 pasos: subir → procesar → descargar.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Acepta CSV, XLSX y XLS.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Ensayos de formato detectados al subir.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Resultado claro: métricas y log detallado del procesamiento.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DEMOSTRACIÓN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Historial, búsqueda y trazabilidad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772400" cy="466344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4-his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19202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Todas las corridas con fecha, archivo y estado.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Filtros por estado OK / ERROR y búsqueda.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Log expandible de cada ejecución.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Re-descarga del reporte en un clic.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DEMOSTRACIÓN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Administración: usuarios, equipos y empresas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7772400" cy="466344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5-usu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19202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Gestión de usuarios por empresa.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Catálogo de equipos/zonas configurable.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Datos de la compañía editables.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Preparado para escala multiempresa.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El recorrido completo, a nivel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81328"/>
            <a:ext cx="105613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corrido-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53" y="1572768"/>
            <a:ext cx="837513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SEGURIDAD Y GOBIERNO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Control sobre quién ve qué, y qué se grba en 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Autenticación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Login único, sesión con token JWT en cada llamada a la API. Sin tokens a la vista, sin sesiones abiertas de más.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Roles y permisos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Administrador y Operador con capacidades claras: admin gestiona usuarios y equipos; operador carga y consulta.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Aislamiento por empresa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Cada compañía (Minera Andina, Minera del Sur…) solo accesa a sus propios datos. La plataforma crece sin mezclar información.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069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Trazabilidad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Cada corrida de procesamiento queda registrada con su estado y log: se puede saber qué pasó, cuándo y con qué archivo.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943600"/>
            <a:ext cx="10561320" cy="5669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6053328"/>
            <a:ext cx="10561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Al ser un MVP demostrable, la plataforma queda lista para sumar auditoría avanzada, cifrado en reposo y SSO bajo estándares empresariales.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PLAN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De la demostración al valor operativo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MX" sz="1000" b="1" i="0" dirty="0">
                <a:solidFill>
                  <a:srgbClr val="1E293B"/>
                </a:solidFill>
                <a:latin typeface="Segoe UI"/>
              </a:rPr>
              <a:t>-</a:t>
            </a:r>
            <a:endParaRPr sz="1000" b="0" i="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146304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Fase 1 ·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7568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Prueba real del MVP con datos del cliente: login, carga, tablero, historial, usuarios.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90088"/>
            <a:ext cx="146304" cy="1234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Fase 2 · Primer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74136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Conexión al modelo real de producción y ajuste de métricas y reportes.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88536"/>
            <a:ext cx="146304" cy="1234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27024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Fase 3 · Trimestre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72584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 dirty="0">
                <a:solidFill>
                  <a:srgbClr val="64748B"/>
                </a:solidFill>
                <a:latin typeface="Segoe UI"/>
              </a:rPr>
              <a:t>Más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formatos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 de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archivo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alertas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reportes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periódicos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 y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exportaciones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64748B"/>
                </a:solidFill>
                <a:latin typeface="Segoe UI"/>
              </a:rPr>
              <a:t>avanzadas</a:t>
            </a:r>
            <a:r>
              <a:rPr sz="1250" b="0" i="0" dirty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586984"/>
            <a:ext cx="146304" cy="1234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5686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Fase 4 · Semestre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971032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Multiusuario a escala, panel de dirección, auditoría corporativa y SSO.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ACOMPAÑAMIENTO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No te entregamos un sistema: te acompañamos a usarlo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554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293B"/>
                </a:solidFill>
                <a:latin typeface="Segoe UI"/>
              </a:rPr>
              <a:t>RockLogic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 ·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19659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Demostración guiada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Recorremos el producto con los datos reales de la operación, en la web y en el escritorio.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6520" y="19659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SÍ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Capacitación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Formación para administradores y operadores, con material en español y roles bien definidos.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4048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7280" y="41148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SÍ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Soporte inicial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Acompañamiento en el primer mes de uso, corrección de ajustes y mejoras de reportes.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46520" y="41148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SÍ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72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Mejora continua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8348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Nuevas versiones sobre la misma base: feedback de operación en features del roadmap.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Demos que funcione hoy,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59E0B"/>
                </a:solidFill>
                <a:latin typeface="Segoe UI"/>
              </a:rPr>
              <a:t>y crezca con ustedes.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BD5E1"/>
                </a:solidFill>
                <a:latin typeface="Segoe UI"/>
              </a:rPr>
              <a:t>Estamos listos para demostrar RockLogic con sus propios datos y planificar juntos la implementación.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5943600" cy="1371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RockLogic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Desarrollo, video y producto · demo lista para minera andina y minera del sur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FFFFFF"/>
                </a:solidFill>
                <a:latin typeface="Segoe UI"/>
              </a:rPr>
              <a:t>Gracias — </a:t>
            </a:r>
            <a:r>
              <a:rPr sz="1200" b="1" i="0" dirty="0" err="1">
                <a:solidFill>
                  <a:srgbClr val="FFFFFF"/>
                </a:solidFill>
                <a:latin typeface="Segoe UI"/>
              </a:rPr>
              <a:t>qued</a:t>
            </a:r>
            <a:r>
              <a:rPr lang="es-MX" sz="1200" b="1" i="0" dirty="0">
                <a:solidFill>
                  <a:srgbClr val="FFFFFF"/>
                </a:solidFill>
                <a:latin typeface="Segoe UI"/>
              </a:rPr>
              <a:t>amos</a:t>
            </a:r>
            <a:r>
              <a:rPr sz="1200" b="1" i="0" dirty="0">
                <a:solidFill>
                  <a:srgbClr val="FFFFFF"/>
                </a:solidFill>
                <a:latin typeface="Segoe UI"/>
              </a:rPr>
              <a:t> a </a:t>
            </a:r>
            <a:r>
              <a:rPr sz="1200" b="1" i="0" dirty="0" err="1">
                <a:solidFill>
                  <a:srgbClr val="FFFFFF"/>
                </a:solidFill>
                <a:latin typeface="Segoe UI"/>
              </a:rPr>
              <a:t>disposición</a:t>
            </a:r>
            <a:r>
              <a:rPr sz="1200" b="1" i="0" dirty="0">
                <a:solidFill>
                  <a:srgbClr val="FFFFFF"/>
                </a:solidFill>
                <a:latin typeface="Segoe UI"/>
              </a:rPr>
              <a:t> para la </a:t>
            </a:r>
            <a:r>
              <a:rPr sz="1200" b="1" i="0" dirty="0" err="1">
                <a:solidFill>
                  <a:srgbClr val="FFFFFF"/>
                </a:solidFill>
                <a:latin typeface="Segoe UI"/>
              </a:rPr>
              <a:t>próxima</a:t>
            </a:r>
            <a:r>
              <a:rPr sz="1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Segoe UI"/>
              </a:rPr>
              <a:t>demostración</a:t>
            </a:r>
            <a:r>
              <a:rPr sz="1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Segoe UI"/>
              </a:rPr>
              <a:t>en</a:t>
            </a:r>
            <a:r>
              <a:rPr sz="1200" b="1" i="0" dirty="0">
                <a:solidFill>
                  <a:srgbClr val="FFFFFF"/>
                </a:solidFill>
                <a:latin typeface="Segoe UI"/>
              </a:rPr>
              <a:t> vivo.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0" y="914400"/>
            <a:ext cx="12344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1274</Words>
  <Application>Microsoft Office PowerPoint</Application>
  <PresentationFormat>Panorámica</PresentationFormat>
  <Paragraphs>193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2026-10-07T23:55:47Z</dcterms:modified>
  <cp:category/>
</cp:coreProperties>
</file>